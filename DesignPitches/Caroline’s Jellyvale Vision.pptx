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Jackie Jin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1-13T00:01:06.230">
    <p:pos x="196" y="725"/>
    <p:text>Bullet 1</p:text>
  </p:cm>
  <p:cm authorId="0" idx="2" dt="2025-11-13T00:01:14.054">
    <p:pos x="196" y="825"/>
    <p:text>Bullet 2?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2c0a2fca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2c0a2fca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2c0a2fc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2c0a2fc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2c0a2fca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2c0a2fca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2c0a2fca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2c0a2fca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2c0a2fca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2c0a2fca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2c0a2fca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2c0a2fca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2c0a2fca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2c0a2fca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2c0a2fca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2c0a2fca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2c0a2fca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2c0a2fca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2c0a2fca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2c0a2fca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2c0a2fca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2c0a2fca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2c0a2fca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2c0a2fca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2c0a2fca7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2c0a2fca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2e60aa51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2e60aa51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2c0a2fca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2c0a2fca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comments" Target="../comments/comment1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410125"/>
            <a:ext cx="8520600" cy="41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000"/>
              <a:t>Every level played or action taken in town should be </a:t>
            </a:r>
            <a:r>
              <a:rPr i="1" lang="en" sz="3000"/>
              <a:t>meaningful progress</a:t>
            </a:r>
            <a:r>
              <a:rPr lang="en" sz="3000"/>
              <a:t> towards the </a:t>
            </a:r>
            <a:r>
              <a:rPr b="1" lang="en" sz="3000"/>
              <a:t>Main Quest</a:t>
            </a:r>
            <a:endParaRPr b="1" sz="3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Problems: Complexity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Gameplay is too complex for the typical casual gamer, especially on D0, we’re introducing too many concepts without a clear long-term vision, and punishing the player for not grokking it immediately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First level alone introduces: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Match3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Clearing a path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Kat our protagonist and Macaroni turned to stone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Waybugs + Waystone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Resource Jellies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</a:t>
            </a:r>
            <a:r>
              <a:rPr lang="en"/>
              <a:t>arrative feels confused, threads are dropped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Narrative goes from “save Mac and the Cozy Tree” to “Lily’s grandma is lost in the woods” and we never tie back to the main story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Problems: Match3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 design challenges with our Match3 levels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Resource jellies are too easy to miss for a required resource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Totally arbitrary which ones you can get in a level (either colors or placement)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can’t control the early onboarding experience for new players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Must choose between aggressive force flows or letting players miss core resources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Eg quest requires greens so we have to load early levels with greens and pray they get enough, if not they’re screwed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Levels </a:t>
            </a:r>
            <a:r>
              <a:rPr i="1" lang="en"/>
              <a:t>feel</a:t>
            </a:r>
            <a:r>
              <a:rPr lang="en"/>
              <a:t> procedurally generated, mechanics scattered wherever, unsolvable clusters, resources unmatchable, etc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Problems: Quests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Quest and Town progression feels arbitrary, player has no sense of how to progress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Quests ask for jellies that can be missed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Quest tasks feel sterile and unfair at the same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Expansions unlock </a:t>
            </a:r>
            <a:r>
              <a:rPr lang="en"/>
              <a:t>whenever</a:t>
            </a:r>
            <a:r>
              <a:rPr lang="en"/>
              <a:t> we (the devs) decide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Houses and Businesses get built whenever we decide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Problems: Decorating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Decorating is meant to be core motivator for play, but falls flat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Crafting decos metaphor is confused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Are we buying them with coins or crafting them with jellies?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Crafting moment lacks delight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Decorating feels totally removed from core progression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Quests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Restoring the Town should be the </a:t>
            </a:r>
            <a:r>
              <a:rPr b="1" lang="en"/>
              <a:t>Main Quest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follows the player for the entire duration of their game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Build homes, businesses, decorate, clear fog, build community, etc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Progression of getting Town from basic campsite to small village to bustling town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Stopping the Gloom King should be the Secondary Main Quest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Overarching mystery to solve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Boss encounters with gloom minion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Clear fog by leveling up Cozy Tree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Character stories should be Side Quests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Match3</a:t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 </a:t>
            </a:r>
            <a:r>
              <a:rPr lang="en"/>
              <a:t>level should give you XP (eg Sunshine from waystones)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Resource jellies should be more abundant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Make all jellies resources or make all jellies of a specific color resources per level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Remove backpack limits, let player collect a lot of these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Jellies should feel optional to reduce feels-bad when missed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Quests should never ask for jellies directly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Early quests should not ask for jellies indirectly either (ie no decos)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 ideas we’ve had like streamlining levels, classic levels, Hades-style runs + choices, raw resources in levels, boss fights, etc all still good ideas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Town</a:t>
            </a:r>
            <a:endParaRPr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XP earned should level up the Cozy Tree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Expansions unlock at certain clearly defined Cozy Levels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XP change will mean players are incentivized to make a pretty town instead of a crowded one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Decorating</a:t>
            </a:r>
            <a:endParaRPr/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Unlocking a recipe should feel like a big reward moment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Should highlight them when rewarded and not given out in bulk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Crafting a deco should feel like a big reward moment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Stop giving out free instances of decos so often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Decos should cost a lot of jellies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Grant XP, kill cozy points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Crafting should feel like crafting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Decos should cost only jellies, no coins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Add delightful animation to highlight “magical transformation” from jellies to deco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more in-game motivators to decorate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Achievements, collections, XP, quest progress, friendship points for themed decos, dedicated photo mode for sharing on socials, etc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Player Journey</a:t>
            </a:r>
            <a:endParaRPr/>
          </a:p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Player arrives in town, cozy tree is derelict, Mac is made of stone, Kat is shook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Mac mumbles to Kat to find Sunshine or Tree Syrup or whatever in the Forest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Quest Started: Restore the Cozy Tree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Player plays first level and learns basic Match3 + pathing to Waystone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No resource jellies in this level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Either get resource from waystone or unskippable chest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Return to town and Restore the Cozy Tree (give resource or cutscene plays showing Sunshine flying into tree automatically)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Fog clears, Mac says thanks, townsfolk appear out of the fog made of stone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Quest Started: Save the Citizens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Player Journey</a:t>
            </a:r>
            <a:endParaRPr/>
          </a:p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Kat plays a few more levels to get enough Sunshine to depetrify the townsfolk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Still no resource jellies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Rewind needs to be taught here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We can literally control exactly how many levels it takes to do this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Everyone is happy, but Town has a long way to go…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Quest Started: Restore the Town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Gloom minion appears and is big mad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Quest Started: Stop the Gloom King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Restore the Town Part 1: Houses for Everyone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Build homes for all the townsfolk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Recipes unlocked for each house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Introduce Raw Resources or Resource Jellies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Player Journey</a:t>
            </a:r>
            <a:endParaRPr/>
          </a:p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Lily’s house is maybe easiest to build first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Lily tells you she used to run the Bakery in town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Side Quest Started: Build the Bakery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Player can choose to pursue Lily’s quest or keep building houses for everyone, can introduce each side quest at player’s own pace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Expansions with Rose Garden and Farming can be unlocked easily on D0 through specific number of levels played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Get Here</a:t>
            </a:r>
            <a:endParaRPr/>
          </a:p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a huge overhaul of the game but we can roll out these changes over several releases as isolated updates to track the D1 wins and keep ourselves sane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Isolated Bullets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Generous Resource Jellies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Decos Don’t Cost Coins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Better Deco Crafting Experience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XP from Levels and Cozy Tree Level Up, Expansions Unlocked From Tree Level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Cozy Points -&gt; XP Migration (retuning)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New FTUE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Add Main Quest/Side Quest tabs to Journal, Introduce Main Quests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Retune Character quests to not ask for Jellies directly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Bullet Notes</a:t>
            </a:r>
            <a:endParaRPr/>
          </a:p>
        </p:txBody>
      </p:sp>
      <p:sp>
        <p:nvSpPr>
          <p:cNvPr id="132" name="Google Shape;13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Sunshine + starting in town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There might be a way to split this into two for the sake of speed and learnings but TBD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Petrified macaroni and tree -&gt; sunshine -&gt; other petrified characters -&gt; sunshine to expansion unlocks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Additional note: would love to tie this to our first foray into side quests using resources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AutoNum type="romanLcPeriod"/>
            </a:pPr>
            <a:r>
              <a:rPr lang="en"/>
              <a:t>This could either be with the garden/farming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AutoNum type="romanLcPeriod"/>
            </a:pPr>
            <a:r>
              <a:rPr lang="en"/>
              <a:t>Or it could be the wood/stone in </a:t>
            </a:r>
            <a:r>
              <a:rPr lang="en"/>
              <a:t>levels experiment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Deco catalog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Decos costing only jellies or only coins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AutoNum type="romanLcPeriod"/>
            </a:pPr>
            <a:r>
              <a:rPr lang="en"/>
              <a:t>Soft preference for coins-only just because that feels like the only option that would possibly help D1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AutoNum type="romanLcPeriod"/>
            </a:pPr>
            <a:r>
              <a:rPr lang="en"/>
              <a:t>We can change starting coin wallet to totally mitigate this pinch point for D1/D2/D3 even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Side quest/questing system goes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Depetrify lily first (closest to tree)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AutoNum type="romanLcPeriod"/>
            </a:pPr>
            <a:r>
              <a:rPr lang="en"/>
              <a:t>Side quest of building lily a tent/house whatever?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In the meantime you can continue getting sunshine to push gloom back further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Sunshine Summary</a:t>
            </a:r>
            <a:endParaRPr/>
          </a:p>
        </p:txBody>
      </p:sp>
      <p:sp>
        <p:nvSpPr>
          <p:cNvPr id="138" name="Google Shape;13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 player action such as finishing a match3 level or crafting a deco will grant a small amount of XP called Sunshine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Narratively this is the resource that Kat uses to heal the Cozy Tree and push back the gloom and fog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Sunshine is doobered into the Cozy Tree and levels it up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Cozy Level up moments unlock expansions and depetrify townsfolk, as well as give level up rewards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