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Sally Jati"/>
  <p:cmAuthor clrIdx="1" id="1" initials="" lastIdx="7" name="Caroline Cevallos"/>
  <p:cmAuthor clrIdx="2" id="2" initials="" lastIdx="3" name="Jackie Jin"/>
  <p:cmAuthor clrIdx="3" id="3" initials="" lastIdx="1" name="Lucy H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02T21:04:34.910">
    <p:pos x="196" y="725"/>
    <p:text>Where are we storing Fish? Also, are we going to have Fish Collection?</p:text>
  </p:cm>
  <p:cm authorId="1" idx="1" dt="2026-03-02T20:56:11.866">
    <p:pos x="196" y="725"/>
    <p:text>you bet we'll have a fish collection! probably will just store fish in the backpack to sell for coins. someday we'll have them feed into a crafting/cooking loop</p:text>
  </p:cm>
  <p:cm authorId="0" idx="2" dt="2026-03-02T21:04:34.910">
    <p:pos x="196" y="725"/>
    <p:text>(I've also been thinking of moving our Collection section to be more visible - but separate convo)</p:text>
  </p:cm>
  <p:cm authorId="0" idx="3" dt="2026-03-02T22:25:09.836">
    <p:pos x="196" y="825"/>
    <p:text>If player is out of Lures, could they craft them on the spot?</p:text>
  </p:cm>
  <p:cm authorId="1" idx="2" dt="2026-03-02T22:25:09.836">
    <p:pos x="196" y="825"/>
    <p:text>I imagine so, I hadn't really thought through the design for lures, I just thought it would be nice to have another vector for controlling which fish you get</p:text>
  </p:cm>
  <p:cm authorId="0" idx="4" dt="2026-03-03T15:22:26.922">
    <p:pos x="196" y="925"/>
    <p:text>Fishing Points would be marked by the Pier?</p:text>
  </p:cm>
  <p:cm authorId="1" idx="3" dt="2026-03-03T15:22:26.922">
    <p:pos x="196" y="925"/>
    <p:text>yes the pier is the entry point for the feature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03T15:27:40.064">
    <p:pos x="196" y="725"/>
    <p:text>Does this mean if player tries but misses the window, or even if they're idle on Fishing mode?</p:text>
  </p:cm>
  <p:cm authorId="1" idx="4" dt="2026-03-03T15:27:40.064">
    <p:pos x="196" y="725"/>
    <p:text>this is meant to be a passive catch mechanic, the player can leave their phone idle and catch fish at a slower rate without needing to do anything</p:text>
  </p:cm>
  <p:cm authorId="0" idx="6" dt="2026-03-03T15:28:16.834">
    <p:pos x="196" y="825"/>
    <p:text>If player is out of Lures and stays on Fishing mode, Kat would just sit peacefully there without catching any fish, ya?</p:text>
  </p:cm>
  <p:cm authorId="1" idx="5" dt="2026-03-03T15:28:16.834">
    <p:pos x="196" y="825"/>
    <p:text>they would still catch fish but without the lure buff, I added a new slide with more details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3-02T21:32:34.560">
    <p:pos x="196" y="725"/>
    <p:text>Could we have butterfish, but it'd be a stick of butter with eyes and mouth and fins</p:text>
  </p:cm>
  <p:cm authorId="1" idx="6" dt="2026-03-02T21:31:02.724">
    <p:pos x="196" y="725"/>
    <p:text>this is exactly the type of nonsense I had in mind
1 total reaction
Sally Jati reacted with 🩷 at 2026-03-02 21:32 PM</p:text>
  </p:cm>
  <p:cm authorId="1" idx="7" dt="2026-03-02T21:31:12.900">
    <p:pos x="196" y="725"/>
    <p:text>clownfish but it looks like an actual clown etc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6-02-26T18:25:25.536">
    <p:pos x="196" y="725"/>
    <p:text>@dave@squidgames.com this is good to go!</p:text>
  </p:cm>
  <p:cm authorId="2" idx="2" dt="2026-03-02T20:43:30.977">
    <p:pos x="196" y="825"/>
    <p:text>@lucy@squidgames.com I think you might enjoy this but lmk</p:text>
  </p:cm>
  <p:cm authorId="3" idx="1" dt="2026-02-27T16:44:03.368">
    <p:pos x="196" y="825"/>
    <p:text>I'm happy to do the art parts for this but I don't especially want to iterate on the fundamental grey-box game design parts for it. would love to come in when that's fleshed out</p:text>
  </p:cm>
  <p:cm authorId="2" idx="3" dt="2026-03-02T20:43:30.977">
    <p:pos x="196" y="825"/>
    <p:text>following up here that I think @lucy@squidgames.com @sally@squidgames.com and @caroline@squidgames.com you guys can talk in a group chat. I actually think we do have enough detail for lucy to begin on this but may need ot discuss w caroline to make the vision clear first. and if not we can have sally do the in between pass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8233679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b8233679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8233679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8233679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82336790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82336790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b6e348bc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b6e348bc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8233679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8233679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b6e348b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b6e348b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82336790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82336790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b6e348bc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b6e348bc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Fishing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Making Caroline’s Dream a Reality</a:t>
            </a:r>
            <a:endParaRPr/>
          </a:p>
        </p:txBody>
      </p:sp>
      <p:pic>
        <p:nvPicPr>
          <p:cNvPr id="56" name="Google Shape;56;p13" title="pngtree-a-fish-in-pixel-art-style-png-image_16115029.png"/>
          <p:cNvPicPr preferRelativeResize="0"/>
          <p:nvPr/>
        </p:nvPicPr>
        <p:blipFill>
          <a:blip r:embed="rId3">
            <a:alphaModFix/>
          </a:blip>
          <a:stretch>
            <a:fillRect/>
          </a:stretch>
        </p:blipFill>
        <p:spPr>
          <a:xfrm rot="1281290">
            <a:off x="6363876" y="379950"/>
            <a:ext cx="2571750" cy="257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Should be quick and simple to engage with</a:t>
            </a:r>
            <a:endParaRPr/>
          </a:p>
          <a:p>
            <a:pPr indent="-342900" lvl="0" marL="457200" rtl="0" algn="l">
              <a:spcBef>
                <a:spcPts val="0"/>
              </a:spcBef>
              <a:spcAft>
                <a:spcPts val="0"/>
              </a:spcAft>
              <a:buSzPts val="1800"/>
              <a:buChar char="●"/>
            </a:pPr>
            <a:r>
              <a:rPr lang="en"/>
              <a:t>Should provide interesting depth and meta gameplay</a:t>
            </a:r>
            <a:endParaRPr/>
          </a:p>
          <a:p>
            <a:pPr indent="-342900" lvl="0" marL="457200" rtl="0" algn="l">
              <a:spcBef>
                <a:spcPts val="0"/>
              </a:spcBef>
              <a:spcAft>
                <a:spcPts val="0"/>
              </a:spcAft>
              <a:buSzPts val="1800"/>
              <a:buChar char="●"/>
            </a:pPr>
            <a:r>
              <a:rPr lang="en"/>
              <a:t>Should tie back to core loop</a:t>
            </a:r>
            <a:endParaRPr/>
          </a:p>
          <a:p>
            <a:pPr indent="-342900" lvl="0" marL="457200" rtl="0" algn="l">
              <a:spcBef>
                <a:spcPts val="0"/>
              </a:spcBef>
              <a:spcAft>
                <a:spcPts val="0"/>
              </a:spcAft>
              <a:buSzPts val="1800"/>
              <a:buChar char="●"/>
            </a:pPr>
            <a:r>
              <a:rPr lang="en"/>
              <a:t>Should be cozy and relaxing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Loop</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At any time the player may choose to go fishing as Kat at </a:t>
            </a:r>
            <a:r>
              <a:rPr lang="en"/>
              <a:t>fishing points</a:t>
            </a:r>
            <a:r>
              <a:rPr lang="en"/>
              <a:t> in town (ocean pier for v1, consider river/lake later)</a:t>
            </a:r>
            <a:endParaRPr/>
          </a:p>
          <a:p>
            <a:pPr indent="-342900" lvl="0" marL="457200" rtl="0" algn="l">
              <a:spcBef>
                <a:spcPts val="0"/>
              </a:spcBef>
              <a:spcAft>
                <a:spcPts val="0"/>
              </a:spcAft>
              <a:buSzPts val="1800"/>
              <a:buChar char="●"/>
            </a:pPr>
            <a:r>
              <a:rPr lang="en"/>
              <a:t>The cost to fish is free but you may also equip optional Lures to buff your fishing game</a:t>
            </a:r>
            <a:endParaRPr/>
          </a:p>
          <a:p>
            <a:pPr indent="-317500" lvl="1" marL="914400" rtl="0" algn="l">
              <a:spcBef>
                <a:spcPts val="0"/>
              </a:spcBef>
              <a:spcAft>
                <a:spcPts val="0"/>
              </a:spcAft>
              <a:buSzPts val="1400"/>
              <a:buChar char="○"/>
            </a:pPr>
            <a:r>
              <a:rPr lang="en"/>
              <a:t>Lures</a:t>
            </a:r>
            <a:r>
              <a:rPr lang="en"/>
              <a:t> can be crafted with jellies/coins/gems or given out as prizes across the game</a:t>
            </a:r>
            <a:endParaRPr/>
          </a:p>
          <a:p>
            <a:pPr indent="-342900" lvl="0" marL="457200" rtl="0" algn="l">
              <a:spcBef>
                <a:spcPts val="0"/>
              </a:spcBef>
              <a:spcAft>
                <a:spcPts val="0"/>
              </a:spcAft>
              <a:buSzPts val="1800"/>
              <a:buChar char="●"/>
            </a:pPr>
            <a:r>
              <a:rPr lang="en"/>
              <a:t>Fish come in a variety of species with different rarities and Time of Day constraints. Catch them all to fill up your collection!</a:t>
            </a:r>
            <a:endParaRPr/>
          </a:p>
          <a:p>
            <a:pPr indent="-317500" lvl="1" marL="914400" rtl="0" algn="l">
              <a:spcBef>
                <a:spcPts val="0"/>
              </a:spcBef>
              <a:spcAft>
                <a:spcPts val="0"/>
              </a:spcAft>
              <a:buSzPts val="1400"/>
              <a:buChar char="○"/>
            </a:pPr>
            <a:r>
              <a:rPr lang="en"/>
              <a:t>Catch the same type of fish multiple times to learn more about it, ie we parcel out information in the collections menu based on the number of times you’ve caught this fish, thus providing a second progression map for completing the collection</a:t>
            </a:r>
            <a:endParaRPr/>
          </a:p>
          <a:p>
            <a:pPr indent="-342900" lvl="0" marL="457200" rtl="0" algn="l">
              <a:spcBef>
                <a:spcPts val="0"/>
              </a:spcBef>
              <a:spcAft>
                <a:spcPts val="0"/>
              </a:spcAft>
              <a:buSzPts val="1800"/>
              <a:buChar char="●"/>
            </a:pPr>
            <a:r>
              <a:rPr lang="en"/>
              <a:t>Use</a:t>
            </a:r>
            <a:r>
              <a:rPr lang="en"/>
              <a:t> fish for crafting, gifting, quests, or just sell them for coins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Fishing Gameplay</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Introduce a cozy game mode where Kat sits quietly on the pier playing a fishing animation.</a:t>
            </a:r>
            <a:endParaRPr/>
          </a:p>
          <a:p>
            <a:pPr indent="-342900" lvl="0" marL="457200" rtl="0" algn="l">
              <a:spcBef>
                <a:spcPts val="0"/>
              </a:spcBef>
              <a:spcAft>
                <a:spcPts val="0"/>
              </a:spcAft>
              <a:buSzPts val="1800"/>
              <a:buChar char="●"/>
            </a:pPr>
            <a:r>
              <a:rPr lang="en"/>
              <a:t>Occasionally</a:t>
            </a:r>
            <a:r>
              <a:rPr lang="en"/>
              <a:t> (every 10-30s) a fish will bite, triggering a pick over Kat’s head</a:t>
            </a:r>
            <a:endParaRPr/>
          </a:p>
          <a:p>
            <a:pPr indent="-342900" lvl="0" marL="457200" rtl="0" algn="l">
              <a:spcBef>
                <a:spcPts val="0"/>
              </a:spcBef>
              <a:spcAft>
                <a:spcPts val="0"/>
              </a:spcAft>
              <a:buSzPts val="1800"/>
              <a:buChar char="●"/>
            </a:pPr>
            <a:r>
              <a:rPr lang="en"/>
              <a:t>If the player taps Kat while the pick is active she’ll reel in a fish</a:t>
            </a:r>
            <a:endParaRPr/>
          </a:p>
          <a:p>
            <a:pPr indent="-342900" lvl="0" marL="457200" rtl="0" algn="l">
              <a:spcBef>
                <a:spcPts val="0"/>
              </a:spcBef>
              <a:spcAft>
                <a:spcPts val="0"/>
              </a:spcAft>
              <a:buSzPts val="1800"/>
              <a:buChar char="●"/>
            </a:pPr>
            <a:r>
              <a:rPr lang="en"/>
              <a:t>If the player </a:t>
            </a:r>
            <a:r>
              <a:rPr lang="en"/>
              <a:t>misses the window</a:t>
            </a:r>
            <a:r>
              <a:rPr lang="en"/>
              <a:t> Kat has a 50% chance to catch the fish automatically</a:t>
            </a:r>
            <a:endParaRPr/>
          </a:p>
          <a:p>
            <a:pPr indent="-342900" lvl="0" marL="457200" rtl="0" algn="l">
              <a:spcBef>
                <a:spcPts val="0"/>
              </a:spcBef>
              <a:spcAft>
                <a:spcPts val="0"/>
              </a:spcAft>
              <a:buSzPts val="1800"/>
              <a:buChar char="●"/>
            </a:pPr>
            <a:r>
              <a:rPr lang="en"/>
              <a:t>Kat will continue fishing </a:t>
            </a:r>
            <a:r>
              <a:rPr lang="en"/>
              <a:t>until player exits game mode</a:t>
            </a:r>
            <a:r>
              <a:rPr lang="en"/>
              <a:t>, a summary is provided at the end showing all the fish caught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Lures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Fishing is free but the player may optionally equip lures as a buff</a:t>
            </a:r>
            <a:endParaRPr/>
          </a:p>
          <a:p>
            <a:pPr indent="-342900" lvl="0" marL="457200" rtl="0" algn="l">
              <a:spcBef>
                <a:spcPts val="0"/>
              </a:spcBef>
              <a:spcAft>
                <a:spcPts val="0"/>
              </a:spcAft>
              <a:buSzPts val="1800"/>
              <a:buChar char="●"/>
            </a:pPr>
            <a:r>
              <a:rPr lang="en"/>
              <a:t>Player can have 1 lure equipped at a time, lures expire after X fish are caught (number varies per lure)</a:t>
            </a:r>
            <a:endParaRPr/>
          </a:p>
          <a:p>
            <a:pPr indent="-342900" lvl="0" marL="457200" rtl="0" algn="l">
              <a:spcBef>
                <a:spcPts val="0"/>
              </a:spcBef>
              <a:spcAft>
                <a:spcPts val="0"/>
              </a:spcAft>
              <a:buSzPts val="1800"/>
              <a:buChar char="●"/>
            </a:pPr>
            <a:r>
              <a:rPr lang="en"/>
              <a:t>Lures can be purchased and equipped while in the fishing game mode, and can be given out as rewards throughout the game</a:t>
            </a:r>
            <a:endParaRPr/>
          </a:p>
          <a:p>
            <a:pPr indent="-342900" lvl="0" marL="457200" rtl="0" algn="l">
              <a:spcBef>
                <a:spcPts val="0"/>
              </a:spcBef>
              <a:spcAft>
                <a:spcPts val="0"/>
              </a:spcAft>
              <a:buSzPts val="1800"/>
              <a:buChar char="●"/>
            </a:pPr>
            <a:r>
              <a:rPr lang="en"/>
              <a:t>Example buffs:</a:t>
            </a:r>
            <a:endParaRPr/>
          </a:p>
          <a:p>
            <a:pPr indent="-317500" lvl="1" marL="914400" rtl="0" algn="l">
              <a:spcBef>
                <a:spcPts val="0"/>
              </a:spcBef>
              <a:spcAft>
                <a:spcPts val="0"/>
              </a:spcAft>
              <a:buSzPts val="1400"/>
              <a:buChar char="○"/>
            </a:pPr>
            <a:r>
              <a:rPr lang="en"/>
              <a:t>Increase fish spawn rate (shorter cooldown between fish)</a:t>
            </a:r>
            <a:endParaRPr/>
          </a:p>
          <a:p>
            <a:pPr indent="-317500" lvl="1" marL="914400" rtl="0" algn="l">
              <a:spcBef>
                <a:spcPts val="0"/>
              </a:spcBef>
              <a:spcAft>
                <a:spcPts val="0"/>
              </a:spcAft>
              <a:buSzPts val="1400"/>
              <a:buChar char="○"/>
            </a:pPr>
            <a:r>
              <a:rPr lang="en"/>
              <a:t>Increase passive catch rate (chance to catch a fish with no input)</a:t>
            </a:r>
            <a:endParaRPr/>
          </a:p>
          <a:p>
            <a:pPr indent="-317500" lvl="1" marL="914400" rtl="0" algn="l">
              <a:spcBef>
                <a:spcPts val="0"/>
              </a:spcBef>
              <a:spcAft>
                <a:spcPts val="0"/>
              </a:spcAft>
              <a:buSzPts val="1400"/>
              <a:buChar char="○"/>
            </a:pPr>
            <a:r>
              <a:rPr lang="en"/>
              <a:t>Increase rare fish spawn rate (roll rarer loot table when catching a fish)</a:t>
            </a:r>
            <a:endParaRPr/>
          </a:p>
          <a:p>
            <a:pPr indent="-317500" lvl="2" marL="1371600" rtl="0" algn="l">
              <a:spcBef>
                <a:spcPts val="0"/>
              </a:spcBef>
              <a:spcAft>
                <a:spcPts val="0"/>
              </a:spcAft>
              <a:buSzPts val="1400"/>
              <a:buChar char="■"/>
            </a:pPr>
            <a:r>
              <a:rPr lang="en"/>
              <a:t>Some rarer fish can only be caught while a rare lure is equipped</a:t>
            </a:r>
            <a:endParaRPr/>
          </a:p>
          <a:p>
            <a:pPr indent="-317500" lvl="1" marL="914400" rtl="0" algn="l">
              <a:spcBef>
                <a:spcPts val="0"/>
              </a:spcBef>
              <a:spcAft>
                <a:spcPts val="0"/>
              </a:spcAft>
              <a:buSzPts val="1400"/>
              <a:buChar char="○"/>
            </a:pPr>
            <a:r>
              <a:rPr lang="en"/>
              <a:t>Time of Day modifier (eg catch night fish during the day)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Expanded Ideas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Player could eventually unlock fishing nets to place in the water which will automatically catch a fish every X hours</a:t>
            </a:r>
            <a:endParaRPr/>
          </a:p>
          <a:p>
            <a:pPr indent="-317500" lvl="1" marL="914400" rtl="0" algn="l">
              <a:spcBef>
                <a:spcPts val="0"/>
              </a:spcBef>
              <a:spcAft>
                <a:spcPts val="0"/>
              </a:spcAft>
              <a:buSzPts val="1400"/>
              <a:buChar char="○"/>
            </a:pPr>
            <a:r>
              <a:rPr lang="en"/>
              <a:t>Can spend a lure to bump chance of rare fish here as well</a:t>
            </a:r>
            <a:endParaRPr/>
          </a:p>
          <a:p>
            <a:pPr indent="-342900" lvl="0" marL="457200" rtl="0" algn="l">
              <a:spcBef>
                <a:spcPts val="0"/>
              </a:spcBef>
              <a:spcAft>
                <a:spcPts val="0"/>
              </a:spcAft>
              <a:buSzPts val="1800"/>
              <a:buChar char="●"/>
            </a:pPr>
            <a:r>
              <a:rPr lang="en"/>
              <a:t>Bonus hours/weather where certain fish are more common</a:t>
            </a:r>
            <a:endParaRPr/>
          </a:p>
          <a:p>
            <a:pPr indent="-317500" lvl="1" marL="914400" rtl="0" algn="l">
              <a:spcBef>
                <a:spcPts val="0"/>
              </a:spcBef>
              <a:spcAft>
                <a:spcPts val="0"/>
              </a:spcAft>
              <a:buSzPts val="1400"/>
              <a:buChar char="○"/>
            </a:pPr>
            <a:r>
              <a:rPr lang="en"/>
              <a:t>Eg only spawn at night or dusk/dawn, only spawn in the rain, only spawn in winter,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Rough Mock</a:t>
            </a:r>
            <a:endParaRPr/>
          </a:p>
        </p:txBody>
      </p:sp>
      <p:pic>
        <p:nvPicPr>
          <p:cNvPr id="92" name="Google Shape;92;p19" title="20250926_141906 (1).jpg"/>
          <p:cNvPicPr preferRelativeResize="0"/>
          <p:nvPr/>
        </p:nvPicPr>
        <p:blipFill>
          <a:blip r:embed="rId3">
            <a:alphaModFix/>
          </a:blip>
          <a:stretch>
            <a:fillRect/>
          </a:stretch>
        </p:blipFill>
        <p:spPr>
          <a:xfrm>
            <a:off x="5958497" y="135759"/>
            <a:ext cx="2948076" cy="3930767"/>
          </a:xfrm>
          <a:prstGeom prst="rect">
            <a:avLst/>
          </a:prstGeom>
          <a:noFill/>
          <a:ln>
            <a:noFill/>
          </a:ln>
        </p:spPr>
      </p:pic>
      <p:pic>
        <p:nvPicPr>
          <p:cNvPr id="93" name="Google Shape;93;p19" title="20250926_141206 (1).jpg"/>
          <p:cNvPicPr preferRelativeResize="0"/>
          <p:nvPr/>
        </p:nvPicPr>
        <p:blipFill>
          <a:blip r:embed="rId4">
            <a:alphaModFix/>
          </a:blip>
          <a:stretch>
            <a:fillRect/>
          </a:stretch>
        </p:blipFill>
        <p:spPr>
          <a:xfrm>
            <a:off x="2344950" y="135752"/>
            <a:ext cx="3491201" cy="4654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Art Requirements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Animation</a:t>
            </a:r>
            <a:endParaRPr/>
          </a:p>
          <a:p>
            <a:pPr indent="-310832" lvl="1" marL="914400" rtl="0" algn="l">
              <a:spcBef>
                <a:spcPts val="0"/>
              </a:spcBef>
              <a:spcAft>
                <a:spcPts val="0"/>
              </a:spcAft>
              <a:buSzPct val="100000"/>
              <a:buChar char="○"/>
            </a:pPr>
            <a:r>
              <a:rPr lang="en"/>
              <a:t>Kat fishing idle</a:t>
            </a:r>
            <a:endParaRPr/>
          </a:p>
          <a:p>
            <a:pPr indent="-310832" lvl="1" marL="914400" rtl="0" algn="l">
              <a:spcBef>
                <a:spcPts val="0"/>
              </a:spcBef>
              <a:spcAft>
                <a:spcPts val="0"/>
              </a:spcAft>
              <a:buSzPct val="100000"/>
              <a:buChar char="○"/>
            </a:pPr>
            <a:r>
              <a:rPr lang="en"/>
              <a:t>Kat fishing reacting to bite</a:t>
            </a:r>
            <a:endParaRPr/>
          </a:p>
          <a:p>
            <a:pPr indent="-310832" lvl="1" marL="914400" rtl="0" algn="l">
              <a:spcBef>
                <a:spcPts val="0"/>
              </a:spcBef>
              <a:spcAft>
                <a:spcPts val="0"/>
              </a:spcAft>
              <a:buSzPct val="100000"/>
              <a:buChar char="○"/>
            </a:pPr>
            <a:r>
              <a:rPr lang="en"/>
              <a:t>Kat reeling in fish</a:t>
            </a:r>
            <a:endParaRPr/>
          </a:p>
          <a:p>
            <a:pPr indent="-310832" lvl="1" marL="914400" rtl="0" algn="l">
              <a:spcBef>
                <a:spcPts val="0"/>
              </a:spcBef>
              <a:spcAft>
                <a:spcPts val="0"/>
              </a:spcAft>
              <a:buSzPct val="100000"/>
              <a:buChar char="○"/>
            </a:pPr>
            <a:r>
              <a:rPr lang="en"/>
              <a:t>Fish swimming around in water?</a:t>
            </a:r>
            <a:endParaRPr/>
          </a:p>
          <a:p>
            <a:pPr indent="-334328" lvl="0" marL="457200" rtl="0" algn="l">
              <a:spcBef>
                <a:spcPts val="0"/>
              </a:spcBef>
              <a:spcAft>
                <a:spcPts val="0"/>
              </a:spcAft>
              <a:buSzPct val="100000"/>
              <a:buChar char="●"/>
            </a:pPr>
            <a:r>
              <a:rPr lang="en"/>
              <a:t>UI/Art</a:t>
            </a:r>
            <a:endParaRPr/>
          </a:p>
          <a:p>
            <a:pPr indent="-310832" lvl="1" marL="914400" rtl="0" algn="l">
              <a:spcBef>
                <a:spcPts val="0"/>
              </a:spcBef>
              <a:spcAft>
                <a:spcPts val="0"/>
              </a:spcAft>
              <a:buSzPct val="100000"/>
              <a:buChar char="○"/>
            </a:pPr>
            <a:r>
              <a:rPr lang="en"/>
              <a:t>Around 20 fish sprites, based on real or fantasy </a:t>
            </a:r>
            <a:r>
              <a:rPr lang="en"/>
              <a:t>fish</a:t>
            </a:r>
            <a:r>
              <a:rPr lang="en"/>
              <a:t>, similar to our farm crops</a:t>
            </a:r>
            <a:endParaRPr/>
          </a:p>
          <a:p>
            <a:pPr indent="-310832" lvl="2" marL="1371600" rtl="0" algn="l">
              <a:spcBef>
                <a:spcPts val="0"/>
              </a:spcBef>
              <a:spcAft>
                <a:spcPts val="0"/>
              </a:spcAft>
              <a:buSzPct val="100000"/>
              <a:buChar char="■"/>
            </a:pPr>
            <a:r>
              <a:rPr lang="en"/>
              <a:t>Can scale down initial number for v1 but this feels about comparable to our book collection</a:t>
            </a:r>
            <a:endParaRPr/>
          </a:p>
          <a:p>
            <a:pPr indent="-310832" lvl="1" marL="914400" rtl="0" algn="l">
              <a:spcBef>
                <a:spcPts val="0"/>
              </a:spcBef>
              <a:spcAft>
                <a:spcPts val="0"/>
              </a:spcAft>
              <a:buSzPct val="100000"/>
              <a:buChar char="○"/>
            </a:pPr>
            <a:r>
              <a:rPr lang="en"/>
              <a:t>3-4  lure sprites based on how many we include in v1</a:t>
            </a:r>
            <a:endParaRPr/>
          </a:p>
          <a:p>
            <a:pPr indent="-310832" lvl="1" marL="914400" rtl="0" algn="l">
              <a:spcBef>
                <a:spcPts val="0"/>
              </a:spcBef>
              <a:spcAft>
                <a:spcPts val="0"/>
              </a:spcAft>
              <a:buSzPct val="100000"/>
              <a:buChar char="○"/>
            </a:pPr>
            <a:r>
              <a:rPr lang="en"/>
              <a:t>Fish biting pick art</a:t>
            </a:r>
            <a:endParaRPr/>
          </a:p>
          <a:p>
            <a:pPr indent="-310832" lvl="1" marL="914400" rtl="0" algn="l">
              <a:spcBef>
                <a:spcPts val="0"/>
              </a:spcBef>
              <a:spcAft>
                <a:spcPts val="0"/>
              </a:spcAft>
              <a:buSzPct val="100000"/>
              <a:buChar char="○"/>
            </a:pPr>
            <a:r>
              <a:rPr lang="en"/>
              <a:t>Info dialog like Morgaine’s event info</a:t>
            </a:r>
            <a:endParaRPr/>
          </a:p>
          <a:p>
            <a:pPr indent="-310832" lvl="1" marL="914400" rtl="0" algn="l">
              <a:spcBef>
                <a:spcPts val="0"/>
              </a:spcBef>
              <a:spcAft>
                <a:spcPts val="0"/>
              </a:spcAft>
              <a:buSzPct val="100000"/>
              <a:buChar char="○"/>
            </a:pPr>
            <a:r>
              <a:rPr lang="en"/>
              <a:t>Fishing complete screen (optional?) showing a summary of everything caught during fishing session</a:t>
            </a:r>
            <a:endParaRPr/>
          </a:p>
          <a:p>
            <a:pPr indent="-310832" lvl="1" marL="914400" rtl="0" algn="l">
              <a:spcBef>
                <a:spcPts val="0"/>
              </a:spcBef>
              <a:spcAft>
                <a:spcPts val="0"/>
              </a:spcAft>
              <a:buSzPct val="100000"/>
              <a:buChar char="○"/>
            </a:pPr>
            <a:r>
              <a:rPr lang="en"/>
              <a:t>Lure crafting dialog (very similar to deco crafting or seed purchasing)</a:t>
            </a:r>
            <a:endParaRPr/>
          </a:p>
          <a:p>
            <a:pPr indent="-334328" lvl="0" marL="457200" rtl="0" algn="l">
              <a:spcBef>
                <a:spcPts val="0"/>
              </a:spcBef>
              <a:spcAft>
                <a:spcPts val="0"/>
              </a:spcAft>
              <a:buSzPct val="100000"/>
              <a:buChar char="●"/>
            </a:pPr>
            <a:r>
              <a:rPr lang="en"/>
              <a:t>Town</a:t>
            </a:r>
            <a:endParaRPr/>
          </a:p>
          <a:p>
            <a:pPr indent="-310832" lvl="1" marL="914400" rtl="0" algn="l">
              <a:spcBef>
                <a:spcPts val="0"/>
              </a:spcBef>
              <a:spcAft>
                <a:spcPts val="0"/>
              </a:spcAft>
              <a:buSzPct val="100000"/>
              <a:buChar char="○"/>
            </a:pPr>
            <a:r>
              <a:rPr lang="en"/>
              <a:t>Fishing pier building over the ocean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2/26 Art Tasks </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Fishing pier/dock in town. </a:t>
            </a:r>
            <a:r>
              <a:rPr lang="en"/>
              <a:t>This should be a visible area by the water (probably with a sign that says Fishing) where it is clear the main purpose is fishing. Maybe there’s an empty chair there with a fishing rod and a bucket, or similar. We want it to look very cozy.</a:t>
            </a:r>
            <a:endParaRPr/>
          </a:p>
          <a:p>
            <a:pPr indent="0" lvl="0" marL="0" rtl="0" algn="l">
              <a:spcBef>
                <a:spcPts val="1200"/>
              </a:spcBef>
              <a:spcAft>
                <a:spcPts val="0"/>
              </a:spcAft>
              <a:buNone/>
            </a:pPr>
            <a:r>
              <a:rPr b="1" lang="en"/>
              <a:t>Concepting for the cozy game mode:</a:t>
            </a:r>
            <a:r>
              <a:rPr b="1" lang="en"/>
              <a:t> </a:t>
            </a:r>
            <a:r>
              <a:rPr lang="en"/>
              <a:t>This is a separate screen (though it can maybe look like a zoomed in version of the pier over water..? We can concept a few options) that is meant to be cozy, idyllic and almost meditative. It’s sort of a </a:t>
            </a:r>
            <a:r>
              <a:rPr lang="en"/>
              <a:t>mini-game where the player can either tap when there’s a fish on the line to reel in the fish, or the player can even just do nothing (leave phone open as meditative background art) and there’s a 50% chance the fish will get reeled in or lost.</a:t>
            </a:r>
            <a:endParaRPr/>
          </a:p>
          <a:p>
            <a:pPr indent="0" lvl="0" marL="0" rtl="0" algn="l">
              <a:spcBef>
                <a:spcPts val="1200"/>
              </a:spcBef>
              <a:spcAft>
                <a:spcPts val="0"/>
              </a:spcAft>
              <a:buNone/>
            </a:pPr>
            <a:r>
              <a:rPr b="1" lang="en"/>
              <a:t>Fish art (TBD)</a:t>
            </a:r>
            <a:endParaRPr b="1"/>
          </a:p>
          <a:p>
            <a:pPr indent="0" lvl="0" marL="0" rtl="0" algn="l">
              <a:spcBef>
                <a:spcPts val="1200"/>
              </a:spcBef>
              <a:spcAft>
                <a:spcPts val="0"/>
              </a:spcAft>
              <a:buNone/>
            </a:pPr>
            <a:r>
              <a:rPr b="1" lang="en"/>
              <a:t>Kat Animation art (TBD)</a:t>
            </a:r>
            <a:endParaRPr b="1"/>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